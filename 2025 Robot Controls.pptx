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Bebas Neu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enna Tripol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7CE5DE-AE6F-46BF-883E-B26723951DE5}">
  <a:tblStyle styleId="{E97CE5DE-AE6F-46BF-883E-B26723951D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schemas.openxmlformats.org/officeDocument/2006/relationships/font" Target="fonts/Bebas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12T22:59:42.682">
    <p:pos x="-9" y="1097"/>
    <p:text>changed from wrist to climber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b770b03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b770b03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b770b035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b770b035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b770b035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b770b035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b770b035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b770b035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b770b035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b770b035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428" y="252909"/>
            <a:ext cx="6331840" cy="4265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 rot="10800000">
            <a:off x="1801655" y="841085"/>
            <a:ext cx="8277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13"/>
          <p:cNvCxnSpPr/>
          <p:nvPr/>
        </p:nvCxnSpPr>
        <p:spPr>
          <a:xfrm flipH="1">
            <a:off x="6475102" y="840980"/>
            <a:ext cx="8277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3"/>
          <p:cNvCxnSpPr/>
          <p:nvPr/>
        </p:nvCxnSpPr>
        <p:spPr>
          <a:xfrm flipH="1">
            <a:off x="6163384" y="450574"/>
            <a:ext cx="8277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>
            <a:stCxn id="59" idx="1"/>
          </p:cNvCxnSpPr>
          <p:nvPr/>
        </p:nvCxnSpPr>
        <p:spPr>
          <a:xfrm flipH="1">
            <a:off x="6400051" y="1551964"/>
            <a:ext cx="875700" cy="3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>
            <a:stCxn id="61" idx="1"/>
          </p:cNvCxnSpPr>
          <p:nvPr/>
        </p:nvCxnSpPr>
        <p:spPr>
          <a:xfrm flipH="1">
            <a:off x="6861262" y="2046501"/>
            <a:ext cx="609300" cy="21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3"/>
          <p:cNvCxnSpPr>
            <a:stCxn id="63" idx="1"/>
          </p:cNvCxnSpPr>
          <p:nvPr/>
        </p:nvCxnSpPr>
        <p:spPr>
          <a:xfrm flipH="1">
            <a:off x="6380575" y="2543775"/>
            <a:ext cx="1126200" cy="22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/>
          <p:nvPr/>
        </p:nvCxnSpPr>
        <p:spPr>
          <a:xfrm rot="10800000">
            <a:off x="5835871" y="2474608"/>
            <a:ext cx="1055100" cy="176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/>
          <p:nvPr/>
        </p:nvCxnSpPr>
        <p:spPr>
          <a:xfrm rot="10800000">
            <a:off x="3692150" y="3519725"/>
            <a:ext cx="0" cy="67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 flipH="1" rot="-62046">
            <a:off x="1501134" y="3041282"/>
            <a:ext cx="2160952" cy="99824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 flipH="1">
            <a:off x="2639473" y="3315335"/>
            <a:ext cx="722100" cy="88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4474371" y="607633"/>
            <a:ext cx="1450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275751" y="1417864"/>
            <a:ext cx="1665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L4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470562" y="1912401"/>
            <a:ext cx="1665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L3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7506775" y="2409675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L2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672606" y="4356296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L1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7302796" y="700083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6968196" y="286383"/>
            <a:ext cx="2030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Coral INTAKE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61647" y="700083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STOP All Motors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73" name="Google Shape;73;p13"/>
          <p:cNvCxnSpPr/>
          <p:nvPr/>
        </p:nvCxnSpPr>
        <p:spPr>
          <a:xfrm>
            <a:off x="2167759" y="450574"/>
            <a:ext cx="8277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3"/>
          <p:cNvSpPr txBox="1"/>
          <p:nvPr/>
        </p:nvSpPr>
        <p:spPr>
          <a:xfrm>
            <a:off x="221971" y="286383"/>
            <a:ext cx="1945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Algae INTAKE Ground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3138800" y="4436450"/>
            <a:ext cx="18687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Algae INTAKE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Reef Lower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055571" y="4436442"/>
            <a:ext cx="19458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Algae INTAKE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Reef Upper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Driver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77" name="Google Shape;77;p13"/>
          <p:cNvCxnSpPr/>
          <p:nvPr/>
        </p:nvCxnSpPr>
        <p:spPr>
          <a:xfrm>
            <a:off x="4004716" y="3315335"/>
            <a:ext cx="507000" cy="46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3"/>
          <p:cNvSpPr txBox="1"/>
          <p:nvPr/>
        </p:nvSpPr>
        <p:spPr>
          <a:xfrm>
            <a:off x="3895280" y="3763865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Processor PREP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16077" y="4065501"/>
            <a:ext cx="1740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Net PREP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80" name="Google Shape;80;p13"/>
          <p:cNvCxnSpPr/>
          <p:nvPr/>
        </p:nvCxnSpPr>
        <p:spPr>
          <a:xfrm flipH="1" rot="10800000">
            <a:off x="5360536" y="3435158"/>
            <a:ext cx="2100" cy="793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3"/>
          <p:cNvSpPr txBox="1"/>
          <p:nvPr/>
        </p:nvSpPr>
        <p:spPr>
          <a:xfrm>
            <a:off x="5063509" y="4352326"/>
            <a:ext cx="1812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Elevator MANUAL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Held, Up/Down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-14654" y="1742683"/>
            <a:ext cx="15651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CLIMBER MANUAL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Held, Up/Down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" name="Google Shape;83;p13"/>
          <p:cNvCxnSpPr/>
          <p:nvPr/>
        </p:nvCxnSpPr>
        <p:spPr>
          <a:xfrm rot="10800000">
            <a:off x="1559426" y="1929630"/>
            <a:ext cx="1219200" cy="67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3"/>
          <p:cNvSpPr txBox="1"/>
          <p:nvPr/>
        </p:nvSpPr>
        <p:spPr>
          <a:xfrm>
            <a:off x="7302153" y="705246"/>
            <a:ext cx="18120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Home Sequence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85" name="Google Shape;85;p13"/>
          <p:cNvCxnSpPr/>
          <p:nvPr/>
        </p:nvCxnSpPr>
        <p:spPr>
          <a:xfrm>
            <a:off x="3935621" y="779458"/>
            <a:ext cx="12600" cy="1554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3"/>
          <p:cNvSpPr txBox="1"/>
          <p:nvPr/>
        </p:nvSpPr>
        <p:spPr>
          <a:xfrm>
            <a:off x="3361596" y="450583"/>
            <a:ext cx="21777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Algae INTAKE Lollipop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2389875" y="2268125"/>
            <a:ext cx="1097400" cy="1097400"/>
            <a:chOff x="2770875" y="2137375"/>
            <a:chExt cx="1097400" cy="1097400"/>
          </a:xfrm>
        </p:grpSpPr>
        <p:sp>
          <p:nvSpPr>
            <p:cNvPr id="92" name="Google Shape;92;p14"/>
            <p:cNvSpPr/>
            <p:nvPr/>
          </p:nvSpPr>
          <p:spPr>
            <a:xfrm>
              <a:off x="2770875" y="2137375"/>
              <a:ext cx="1097400" cy="1097400"/>
            </a:xfrm>
            <a:prstGeom prst="ellipse">
              <a:avLst/>
            </a:prstGeom>
            <a:solidFill>
              <a:srgbClr val="99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" name="Google Shape;93;p14"/>
            <p:cNvGrpSpPr/>
            <p:nvPr/>
          </p:nvGrpSpPr>
          <p:grpSpPr>
            <a:xfrm>
              <a:off x="3023178" y="2443825"/>
              <a:ext cx="592796" cy="484500"/>
              <a:chOff x="3023178" y="2443825"/>
              <a:chExt cx="592796" cy="484500"/>
            </a:xfrm>
          </p:grpSpPr>
          <p:sp>
            <p:nvSpPr>
              <p:cNvPr id="94" name="Google Shape;94;p14"/>
              <p:cNvSpPr/>
              <p:nvPr/>
            </p:nvSpPr>
            <p:spPr>
              <a:xfrm rot="-5400000">
                <a:off x="2891028" y="2575975"/>
                <a:ext cx="484500" cy="220200"/>
              </a:xfrm>
              <a:prstGeom prst="roundRect">
                <a:avLst>
                  <a:gd fmla="val 16667" name="adj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>
              <a:xfrm rot="-5400000">
                <a:off x="3263624" y="2575975"/>
                <a:ext cx="484500" cy="220200"/>
              </a:xfrm>
              <a:prstGeom prst="roundRect">
                <a:avLst>
                  <a:gd fmla="val 16667" name="adj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" name="Google Shape;96;p14"/>
          <p:cNvGrpSpPr/>
          <p:nvPr/>
        </p:nvGrpSpPr>
        <p:grpSpPr>
          <a:xfrm>
            <a:off x="5607650" y="2268125"/>
            <a:ext cx="1097400" cy="1097400"/>
            <a:chOff x="2770875" y="2137375"/>
            <a:chExt cx="1097400" cy="1097400"/>
          </a:xfrm>
        </p:grpSpPr>
        <p:sp>
          <p:nvSpPr>
            <p:cNvPr id="97" name="Google Shape;97;p14"/>
            <p:cNvSpPr/>
            <p:nvPr/>
          </p:nvSpPr>
          <p:spPr>
            <a:xfrm>
              <a:off x="2770875" y="2137375"/>
              <a:ext cx="1097400" cy="1097400"/>
            </a:xfrm>
            <a:prstGeom prst="ellipse">
              <a:avLst/>
            </a:prstGeom>
            <a:solidFill>
              <a:srgbClr val="99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" name="Google Shape;98;p14"/>
            <p:cNvGrpSpPr/>
            <p:nvPr/>
          </p:nvGrpSpPr>
          <p:grpSpPr>
            <a:xfrm>
              <a:off x="3023178" y="2443825"/>
              <a:ext cx="592796" cy="484500"/>
              <a:chOff x="3023178" y="2443825"/>
              <a:chExt cx="592796" cy="484500"/>
            </a:xfrm>
          </p:grpSpPr>
          <p:sp>
            <p:nvSpPr>
              <p:cNvPr id="99" name="Google Shape;99;p14"/>
              <p:cNvSpPr/>
              <p:nvPr/>
            </p:nvSpPr>
            <p:spPr>
              <a:xfrm rot="-5400000">
                <a:off x="2891028" y="2575975"/>
                <a:ext cx="484500" cy="220200"/>
              </a:xfrm>
              <a:prstGeom prst="roundRect">
                <a:avLst>
                  <a:gd fmla="val 16667" name="adj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 rot="-5400000">
                <a:off x="3263624" y="2575975"/>
                <a:ext cx="484500" cy="220200"/>
              </a:xfrm>
              <a:prstGeom prst="roundRect">
                <a:avLst>
                  <a:gd fmla="val 16667" name="adj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01" name="Google Shape;101;p14"/>
          <p:cNvCxnSpPr/>
          <p:nvPr/>
        </p:nvCxnSpPr>
        <p:spPr>
          <a:xfrm rot="10800000">
            <a:off x="2751165" y="1931524"/>
            <a:ext cx="0" cy="74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4"/>
          <p:cNvCxnSpPr/>
          <p:nvPr/>
        </p:nvCxnSpPr>
        <p:spPr>
          <a:xfrm rot="10800000">
            <a:off x="3125832" y="2994099"/>
            <a:ext cx="0" cy="74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4"/>
          <p:cNvCxnSpPr/>
          <p:nvPr/>
        </p:nvCxnSpPr>
        <p:spPr>
          <a:xfrm rot="10800000">
            <a:off x="5976957" y="2994099"/>
            <a:ext cx="0" cy="74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4"/>
          <p:cNvCxnSpPr/>
          <p:nvPr/>
        </p:nvCxnSpPr>
        <p:spPr>
          <a:xfrm rot="10800000">
            <a:off x="6330457" y="1931524"/>
            <a:ext cx="0" cy="74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4"/>
          <p:cNvSpPr txBox="1"/>
          <p:nvPr/>
        </p:nvSpPr>
        <p:spPr>
          <a:xfrm>
            <a:off x="1747975" y="1707742"/>
            <a:ext cx="200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Release/Score Algae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542050" y="1299000"/>
            <a:ext cx="356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Drive to Barge To Score Algae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Held, Move Side-To-Side to Strafe Along Barge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079150" y="3713615"/>
            <a:ext cx="3795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Drive to Reef and Score Coral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Drive to Reef and INTAKE ALGAE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 Held with Co-Driver, Move Side-To-Side to Jog Between Reef Branches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2051225" y="3702124"/>
            <a:ext cx="21492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Release/Score Coral</a:t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935380" y="877825"/>
            <a:ext cx="200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DRIVE JOYSTICK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153155" y="877825"/>
            <a:ext cx="200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Turn JOYSTICK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5"/>
          <p:cNvGrpSpPr/>
          <p:nvPr/>
        </p:nvGrpSpPr>
        <p:grpSpPr>
          <a:xfrm>
            <a:off x="1896550" y="38764"/>
            <a:ext cx="5256000" cy="5054700"/>
            <a:chOff x="1896550" y="38764"/>
            <a:chExt cx="5256000" cy="5054700"/>
          </a:xfrm>
        </p:grpSpPr>
        <p:sp>
          <p:nvSpPr>
            <p:cNvPr id="116" name="Google Shape;116;p15"/>
            <p:cNvSpPr/>
            <p:nvPr/>
          </p:nvSpPr>
          <p:spPr>
            <a:xfrm>
              <a:off x="1896550" y="38764"/>
              <a:ext cx="5256000" cy="5054700"/>
            </a:xfrm>
            <a:prstGeom prst="roundRect">
              <a:avLst>
                <a:gd fmla="val 10016" name="adj"/>
              </a:avLst>
            </a:prstGeom>
            <a:solidFill>
              <a:srgbClr val="99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117" name="Google Shape;117;p15"/>
            <p:cNvGrpSpPr/>
            <p:nvPr/>
          </p:nvGrpSpPr>
          <p:grpSpPr>
            <a:xfrm>
              <a:off x="2368069" y="497629"/>
              <a:ext cx="668109" cy="1175903"/>
              <a:chOff x="1133325" y="795500"/>
              <a:chExt cx="555600" cy="11988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20" name="Google Shape;120;p15"/>
            <p:cNvGrpSpPr/>
            <p:nvPr/>
          </p:nvGrpSpPr>
          <p:grpSpPr>
            <a:xfrm>
              <a:off x="2368069" y="2126854"/>
              <a:ext cx="668109" cy="1175903"/>
              <a:chOff x="1133325" y="795500"/>
              <a:chExt cx="555600" cy="11988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23" name="Google Shape;123;p15"/>
            <p:cNvGrpSpPr/>
            <p:nvPr/>
          </p:nvGrpSpPr>
          <p:grpSpPr>
            <a:xfrm>
              <a:off x="2368069" y="3756079"/>
              <a:ext cx="668109" cy="1175903"/>
              <a:chOff x="1133325" y="795500"/>
              <a:chExt cx="555600" cy="1198800"/>
            </a:xfrm>
          </p:grpSpPr>
          <p:sp>
            <p:nvSpPr>
              <p:cNvPr id="124" name="Google Shape;124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26" name="Google Shape;126;p15"/>
            <p:cNvGrpSpPr/>
            <p:nvPr/>
          </p:nvGrpSpPr>
          <p:grpSpPr>
            <a:xfrm>
              <a:off x="3588665" y="497629"/>
              <a:ext cx="668109" cy="1175903"/>
              <a:chOff x="1133325" y="795500"/>
              <a:chExt cx="555600" cy="1198800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29" name="Google Shape;129;p15"/>
            <p:cNvGrpSpPr/>
            <p:nvPr/>
          </p:nvGrpSpPr>
          <p:grpSpPr>
            <a:xfrm>
              <a:off x="3588665" y="2126854"/>
              <a:ext cx="668109" cy="1175903"/>
              <a:chOff x="1133325" y="795500"/>
              <a:chExt cx="555600" cy="1198800"/>
            </a:xfrm>
          </p:grpSpPr>
          <p:sp>
            <p:nvSpPr>
              <p:cNvPr id="130" name="Google Shape;130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32" name="Google Shape;132;p15"/>
            <p:cNvGrpSpPr/>
            <p:nvPr/>
          </p:nvGrpSpPr>
          <p:grpSpPr>
            <a:xfrm>
              <a:off x="3588665" y="3756079"/>
              <a:ext cx="668109" cy="1175903"/>
              <a:chOff x="1133325" y="795500"/>
              <a:chExt cx="555600" cy="11988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35" name="Google Shape;135;p15"/>
            <p:cNvGrpSpPr/>
            <p:nvPr/>
          </p:nvGrpSpPr>
          <p:grpSpPr>
            <a:xfrm>
              <a:off x="4809261" y="497629"/>
              <a:ext cx="668109" cy="1175903"/>
              <a:chOff x="1133325" y="795500"/>
              <a:chExt cx="555600" cy="1198800"/>
            </a:xfrm>
          </p:grpSpPr>
          <p:sp>
            <p:nvSpPr>
              <p:cNvPr id="136" name="Google Shape;136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38" name="Google Shape;138;p15"/>
            <p:cNvGrpSpPr/>
            <p:nvPr/>
          </p:nvGrpSpPr>
          <p:grpSpPr>
            <a:xfrm>
              <a:off x="4809261" y="2126854"/>
              <a:ext cx="668109" cy="1175903"/>
              <a:chOff x="1133325" y="795500"/>
              <a:chExt cx="555600" cy="11988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41" name="Google Shape;141;p15"/>
            <p:cNvGrpSpPr/>
            <p:nvPr/>
          </p:nvGrpSpPr>
          <p:grpSpPr>
            <a:xfrm>
              <a:off x="4809261" y="3756079"/>
              <a:ext cx="668109" cy="1175903"/>
              <a:chOff x="1133325" y="795500"/>
              <a:chExt cx="555600" cy="1198800"/>
            </a:xfrm>
          </p:grpSpPr>
          <p:sp>
            <p:nvSpPr>
              <p:cNvPr id="142" name="Google Shape;142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144" name="Google Shape;144;p15"/>
            <p:cNvSpPr/>
            <p:nvPr/>
          </p:nvSpPr>
          <p:spPr>
            <a:xfrm rot="10800000">
              <a:off x="6030005" y="493612"/>
              <a:ext cx="668100" cy="11802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A99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145" name="Google Shape;145;p15"/>
            <p:cNvGrpSpPr/>
            <p:nvPr/>
          </p:nvGrpSpPr>
          <p:grpSpPr>
            <a:xfrm>
              <a:off x="6029857" y="2126854"/>
              <a:ext cx="668109" cy="1175903"/>
              <a:chOff x="1133325" y="795500"/>
              <a:chExt cx="555600" cy="1198800"/>
            </a:xfrm>
          </p:grpSpPr>
          <p:sp>
            <p:nvSpPr>
              <p:cNvPr id="146" name="Google Shape;146;p15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148" name="Google Shape;148;p15"/>
            <p:cNvSpPr/>
            <p:nvPr/>
          </p:nvSpPr>
          <p:spPr>
            <a:xfrm>
              <a:off x="6037565" y="2686320"/>
              <a:ext cx="651900" cy="807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34580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Calibrate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22374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Release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34580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Elevator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46786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Algae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2237425" y="18203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Reef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4" name="Google Shape;154;p15"/>
            <p:cNvSpPr txBox="1"/>
            <p:nvPr/>
          </p:nvSpPr>
          <p:spPr>
            <a:xfrm>
              <a:off x="4678575" y="18203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Coral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3458150" y="18238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Wrist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46870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Hopper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22458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Reef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5813700" y="1823800"/>
              <a:ext cx="11007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Reset Pose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159" name="Google Shape;159;p15"/>
            <p:cNvGrpSpPr/>
            <p:nvPr/>
          </p:nvGrpSpPr>
          <p:grpSpPr>
            <a:xfrm>
              <a:off x="2368025" y="679997"/>
              <a:ext cx="3109413" cy="4071888"/>
              <a:chOff x="2368025" y="679997"/>
              <a:chExt cx="3109413" cy="4071888"/>
            </a:xfrm>
          </p:grpSpPr>
          <p:sp>
            <p:nvSpPr>
              <p:cNvPr id="160" name="Google Shape;160;p15"/>
              <p:cNvSpPr txBox="1"/>
              <p:nvPr/>
            </p:nvSpPr>
            <p:spPr>
              <a:xfrm>
                <a:off x="3588663" y="39407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Elv</a:t>
                </a:r>
                <a:endParaRPr sz="27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1" name="Google Shape;161;p15"/>
              <p:cNvSpPr txBox="1"/>
              <p:nvPr/>
            </p:nvSpPr>
            <p:spPr>
              <a:xfrm>
                <a:off x="3588650" y="450138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Wri</a:t>
                </a:r>
                <a:endParaRPr sz="27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2" name="Google Shape;162;p15"/>
              <p:cNvSpPr txBox="1"/>
              <p:nvPr/>
            </p:nvSpPr>
            <p:spPr>
              <a:xfrm>
                <a:off x="2368038" y="393847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Cor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3" name="Google Shape;163;p15"/>
              <p:cNvSpPr txBox="1"/>
              <p:nvPr/>
            </p:nvSpPr>
            <p:spPr>
              <a:xfrm>
                <a:off x="2368025" y="44990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Alg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4" name="Google Shape;164;p15"/>
              <p:cNvSpPr txBox="1"/>
              <p:nvPr/>
            </p:nvSpPr>
            <p:spPr>
              <a:xfrm>
                <a:off x="2368088" y="23092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L2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5" name="Google Shape;165;p15"/>
              <p:cNvSpPr txBox="1"/>
              <p:nvPr/>
            </p:nvSpPr>
            <p:spPr>
              <a:xfrm>
                <a:off x="2368075" y="28698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L1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6" name="Google Shape;166;p15"/>
              <p:cNvSpPr txBox="1"/>
              <p:nvPr/>
            </p:nvSpPr>
            <p:spPr>
              <a:xfrm>
                <a:off x="2368088" y="6799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L4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7" name="Google Shape;167;p15"/>
              <p:cNvSpPr txBox="1"/>
              <p:nvPr/>
            </p:nvSpPr>
            <p:spPr>
              <a:xfrm>
                <a:off x="2368075" y="124062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L3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8" name="Google Shape;168;p15"/>
              <p:cNvSpPr txBox="1"/>
              <p:nvPr/>
            </p:nvSpPr>
            <p:spPr>
              <a:xfrm>
                <a:off x="4809338" y="68000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Fwd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69" name="Google Shape;169;p15"/>
              <p:cNvSpPr txBox="1"/>
              <p:nvPr/>
            </p:nvSpPr>
            <p:spPr>
              <a:xfrm>
                <a:off x="4809325" y="12406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Rev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70" name="Google Shape;170;p15"/>
              <p:cNvSpPr txBox="1"/>
              <p:nvPr/>
            </p:nvSpPr>
            <p:spPr>
              <a:xfrm>
                <a:off x="4809263" y="23092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Fwd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71" name="Google Shape;171;p15"/>
              <p:cNvSpPr txBox="1"/>
              <p:nvPr/>
            </p:nvSpPr>
            <p:spPr>
              <a:xfrm>
                <a:off x="4809250" y="28698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Rev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72" name="Google Shape;172;p15"/>
              <p:cNvSpPr txBox="1"/>
              <p:nvPr/>
            </p:nvSpPr>
            <p:spPr>
              <a:xfrm>
                <a:off x="4809288" y="393847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In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73" name="Google Shape;173;p15"/>
              <p:cNvSpPr txBox="1"/>
              <p:nvPr/>
            </p:nvSpPr>
            <p:spPr>
              <a:xfrm>
                <a:off x="4809275" y="44990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Out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</p:grpSp>
      <p:pic>
        <p:nvPicPr>
          <p:cNvPr id="174" name="Google Shape;1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731112" y="590638"/>
            <a:ext cx="357875" cy="4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731112" y="1180363"/>
            <a:ext cx="357875" cy="4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731112" y="2204738"/>
            <a:ext cx="357875" cy="4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731112" y="2794463"/>
            <a:ext cx="357875" cy="4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76205" y="76200"/>
            <a:ext cx="200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No climber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6"/>
          <p:cNvGrpSpPr/>
          <p:nvPr/>
        </p:nvGrpSpPr>
        <p:grpSpPr>
          <a:xfrm>
            <a:off x="1896550" y="38764"/>
            <a:ext cx="5256000" cy="5054700"/>
            <a:chOff x="1896550" y="38764"/>
            <a:chExt cx="5256000" cy="5054700"/>
          </a:xfrm>
        </p:grpSpPr>
        <p:sp>
          <p:nvSpPr>
            <p:cNvPr id="184" name="Google Shape;184;p16"/>
            <p:cNvSpPr/>
            <p:nvPr/>
          </p:nvSpPr>
          <p:spPr>
            <a:xfrm>
              <a:off x="1896550" y="38764"/>
              <a:ext cx="5256000" cy="5054700"/>
            </a:xfrm>
            <a:prstGeom prst="roundRect">
              <a:avLst>
                <a:gd fmla="val 10016" name="adj"/>
              </a:avLst>
            </a:prstGeom>
            <a:solidFill>
              <a:srgbClr val="9999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185" name="Google Shape;185;p16"/>
            <p:cNvGrpSpPr/>
            <p:nvPr/>
          </p:nvGrpSpPr>
          <p:grpSpPr>
            <a:xfrm>
              <a:off x="2368069" y="497629"/>
              <a:ext cx="668109" cy="1175903"/>
              <a:chOff x="1133325" y="795500"/>
              <a:chExt cx="555600" cy="1198800"/>
            </a:xfrm>
          </p:grpSpPr>
          <p:sp>
            <p:nvSpPr>
              <p:cNvPr id="186" name="Google Shape;186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88" name="Google Shape;188;p16"/>
            <p:cNvGrpSpPr/>
            <p:nvPr/>
          </p:nvGrpSpPr>
          <p:grpSpPr>
            <a:xfrm>
              <a:off x="2368069" y="2126854"/>
              <a:ext cx="668109" cy="1175903"/>
              <a:chOff x="1133325" y="795500"/>
              <a:chExt cx="555600" cy="1198800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90" name="Google Shape;190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91" name="Google Shape;191;p16"/>
            <p:cNvGrpSpPr/>
            <p:nvPr/>
          </p:nvGrpSpPr>
          <p:grpSpPr>
            <a:xfrm>
              <a:off x="2368069" y="3756079"/>
              <a:ext cx="668109" cy="1175903"/>
              <a:chOff x="1133325" y="795500"/>
              <a:chExt cx="555600" cy="1198800"/>
            </a:xfrm>
          </p:grpSpPr>
          <p:sp>
            <p:nvSpPr>
              <p:cNvPr id="192" name="Google Shape;192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94" name="Google Shape;194;p16"/>
            <p:cNvGrpSpPr/>
            <p:nvPr/>
          </p:nvGrpSpPr>
          <p:grpSpPr>
            <a:xfrm>
              <a:off x="3588665" y="497629"/>
              <a:ext cx="668109" cy="1175903"/>
              <a:chOff x="1133325" y="795500"/>
              <a:chExt cx="555600" cy="1198800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197" name="Google Shape;197;p16"/>
            <p:cNvGrpSpPr/>
            <p:nvPr/>
          </p:nvGrpSpPr>
          <p:grpSpPr>
            <a:xfrm>
              <a:off x="3588665" y="2126854"/>
              <a:ext cx="668109" cy="1175903"/>
              <a:chOff x="1133325" y="795500"/>
              <a:chExt cx="555600" cy="1198800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200" name="Google Shape;200;p16"/>
            <p:cNvGrpSpPr/>
            <p:nvPr/>
          </p:nvGrpSpPr>
          <p:grpSpPr>
            <a:xfrm>
              <a:off x="3588665" y="3756079"/>
              <a:ext cx="668109" cy="1175903"/>
              <a:chOff x="1133325" y="795500"/>
              <a:chExt cx="555600" cy="1198800"/>
            </a:xfrm>
          </p:grpSpPr>
          <p:sp>
            <p:nvSpPr>
              <p:cNvPr id="201" name="Google Shape;201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02" name="Google Shape;202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203" name="Google Shape;203;p16"/>
            <p:cNvGrpSpPr/>
            <p:nvPr/>
          </p:nvGrpSpPr>
          <p:grpSpPr>
            <a:xfrm>
              <a:off x="4809261" y="497629"/>
              <a:ext cx="668109" cy="1175903"/>
              <a:chOff x="1133325" y="795500"/>
              <a:chExt cx="555600" cy="1198800"/>
            </a:xfrm>
          </p:grpSpPr>
          <p:sp>
            <p:nvSpPr>
              <p:cNvPr id="204" name="Google Shape;204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206" name="Google Shape;206;p16"/>
            <p:cNvGrpSpPr/>
            <p:nvPr/>
          </p:nvGrpSpPr>
          <p:grpSpPr>
            <a:xfrm>
              <a:off x="4809261" y="2126854"/>
              <a:ext cx="668109" cy="1175903"/>
              <a:chOff x="1133325" y="795500"/>
              <a:chExt cx="555600" cy="1198800"/>
            </a:xfrm>
          </p:grpSpPr>
          <p:sp>
            <p:nvSpPr>
              <p:cNvPr id="207" name="Google Shape;207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grpSp>
          <p:nvGrpSpPr>
            <p:cNvPr id="209" name="Google Shape;209;p16"/>
            <p:cNvGrpSpPr/>
            <p:nvPr/>
          </p:nvGrpSpPr>
          <p:grpSpPr>
            <a:xfrm>
              <a:off x="4809261" y="3756079"/>
              <a:ext cx="668109" cy="1175903"/>
              <a:chOff x="1133325" y="795500"/>
              <a:chExt cx="555600" cy="1198800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212" name="Google Shape;212;p16"/>
            <p:cNvSpPr/>
            <p:nvPr/>
          </p:nvSpPr>
          <p:spPr>
            <a:xfrm rot="10800000">
              <a:off x="6030005" y="493612"/>
              <a:ext cx="668100" cy="11802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A99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213" name="Google Shape;213;p16"/>
            <p:cNvGrpSpPr/>
            <p:nvPr/>
          </p:nvGrpSpPr>
          <p:grpSpPr>
            <a:xfrm>
              <a:off x="6029857" y="2126854"/>
              <a:ext cx="668109" cy="1175903"/>
              <a:chOff x="1133325" y="795500"/>
              <a:chExt cx="555600" cy="1198800"/>
            </a:xfrm>
          </p:grpSpPr>
          <p:sp>
            <p:nvSpPr>
              <p:cNvPr id="214" name="Google Shape;214;p16"/>
              <p:cNvSpPr/>
              <p:nvPr/>
            </p:nvSpPr>
            <p:spPr>
              <a:xfrm>
                <a:off x="1133325" y="7955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15" name="Google Shape;215;p16"/>
              <p:cNvSpPr/>
              <p:nvPr/>
            </p:nvSpPr>
            <p:spPr>
              <a:xfrm rot="10800000">
                <a:off x="1133325" y="1394900"/>
                <a:ext cx="555600" cy="5994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666666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  <p:sp>
          <p:nvSpPr>
            <p:cNvPr id="216" name="Google Shape;216;p16"/>
            <p:cNvSpPr/>
            <p:nvPr/>
          </p:nvSpPr>
          <p:spPr>
            <a:xfrm>
              <a:off x="6037565" y="2686320"/>
              <a:ext cx="651900" cy="807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17" name="Google Shape;217;p16"/>
            <p:cNvSpPr txBox="1"/>
            <p:nvPr/>
          </p:nvSpPr>
          <p:spPr>
            <a:xfrm>
              <a:off x="34580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Climber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2374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Climber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19" name="Google Shape;219;p16"/>
            <p:cNvSpPr txBox="1"/>
            <p:nvPr/>
          </p:nvSpPr>
          <p:spPr>
            <a:xfrm>
              <a:off x="34580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Wrist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0" name="Google Shape;220;p16"/>
            <p:cNvSpPr txBox="1"/>
            <p:nvPr/>
          </p:nvSpPr>
          <p:spPr>
            <a:xfrm>
              <a:off x="4678625" y="3451475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Algae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1" name="Google Shape;221;p16"/>
            <p:cNvSpPr txBox="1"/>
            <p:nvPr/>
          </p:nvSpPr>
          <p:spPr>
            <a:xfrm>
              <a:off x="2237425" y="18203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Reef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2" name="Google Shape;222;p16"/>
            <p:cNvSpPr txBox="1"/>
            <p:nvPr/>
          </p:nvSpPr>
          <p:spPr>
            <a:xfrm>
              <a:off x="4678575" y="18203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Coral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3" name="Google Shape;223;p16"/>
            <p:cNvSpPr txBox="1"/>
            <p:nvPr/>
          </p:nvSpPr>
          <p:spPr>
            <a:xfrm>
              <a:off x="3458150" y="1823800"/>
              <a:ext cx="9294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Calibrate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4" name="Google Shape;224;p16"/>
            <p:cNvSpPr txBox="1"/>
            <p:nvPr/>
          </p:nvSpPr>
          <p:spPr>
            <a:xfrm>
              <a:off x="46870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Hopper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5" name="Google Shape;225;p16"/>
            <p:cNvSpPr txBox="1"/>
            <p:nvPr/>
          </p:nvSpPr>
          <p:spPr>
            <a:xfrm>
              <a:off x="2245825" y="196125"/>
              <a:ext cx="9126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Reef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26" name="Google Shape;226;p16"/>
            <p:cNvSpPr txBox="1"/>
            <p:nvPr/>
          </p:nvSpPr>
          <p:spPr>
            <a:xfrm>
              <a:off x="5813700" y="1823800"/>
              <a:ext cx="1100700" cy="25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Reset Pose</a:t>
              </a:r>
              <a:endPara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grpSp>
          <p:nvGrpSpPr>
            <p:cNvPr id="227" name="Google Shape;227;p16"/>
            <p:cNvGrpSpPr/>
            <p:nvPr/>
          </p:nvGrpSpPr>
          <p:grpSpPr>
            <a:xfrm>
              <a:off x="2368025" y="679997"/>
              <a:ext cx="3109413" cy="4071888"/>
              <a:chOff x="2368025" y="679997"/>
              <a:chExt cx="3109413" cy="4071888"/>
            </a:xfrm>
          </p:grpSpPr>
          <p:sp>
            <p:nvSpPr>
              <p:cNvPr id="228" name="Google Shape;228;p16"/>
              <p:cNvSpPr txBox="1"/>
              <p:nvPr/>
            </p:nvSpPr>
            <p:spPr>
              <a:xfrm>
                <a:off x="3588663" y="39407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NTRL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29" name="Google Shape;229;p16"/>
              <p:cNvSpPr txBox="1"/>
              <p:nvPr/>
            </p:nvSpPr>
            <p:spPr>
              <a:xfrm>
                <a:off x="3588650" y="450138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STRT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0" name="Google Shape;230;p16"/>
              <p:cNvSpPr txBox="1"/>
              <p:nvPr/>
            </p:nvSpPr>
            <p:spPr>
              <a:xfrm>
                <a:off x="2368038" y="393847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Lift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1" name="Google Shape;231;p16"/>
              <p:cNvSpPr txBox="1"/>
              <p:nvPr/>
            </p:nvSpPr>
            <p:spPr>
              <a:xfrm>
                <a:off x="2368025" y="44990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Prep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2" name="Google Shape;232;p16"/>
              <p:cNvSpPr txBox="1"/>
              <p:nvPr/>
            </p:nvSpPr>
            <p:spPr>
              <a:xfrm>
                <a:off x="2368088" y="23092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L2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3" name="Google Shape;233;p16"/>
              <p:cNvSpPr txBox="1"/>
              <p:nvPr/>
            </p:nvSpPr>
            <p:spPr>
              <a:xfrm>
                <a:off x="2368075" y="28698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L1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4" name="Google Shape;234;p16"/>
              <p:cNvSpPr txBox="1"/>
              <p:nvPr/>
            </p:nvSpPr>
            <p:spPr>
              <a:xfrm>
                <a:off x="2368088" y="6799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L4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5" name="Google Shape;235;p16"/>
              <p:cNvSpPr txBox="1"/>
              <p:nvPr/>
            </p:nvSpPr>
            <p:spPr>
              <a:xfrm>
                <a:off x="2368075" y="124062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L3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6" name="Google Shape;236;p16"/>
              <p:cNvSpPr txBox="1"/>
              <p:nvPr/>
            </p:nvSpPr>
            <p:spPr>
              <a:xfrm>
                <a:off x="4809338" y="68000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Fwd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7" name="Google Shape;237;p16"/>
              <p:cNvSpPr txBox="1"/>
              <p:nvPr/>
            </p:nvSpPr>
            <p:spPr>
              <a:xfrm>
                <a:off x="4809325" y="12406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Rev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8" name="Google Shape;238;p16"/>
              <p:cNvSpPr txBox="1"/>
              <p:nvPr/>
            </p:nvSpPr>
            <p:spPr>
              <a:xfrm>
                <a:off x="4809263" y="2309234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Fwd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39" name="Google Shape;239;p16"/>
              <p:cNvSpPr txBox="1"/>
              <p:nvPr/>
            </p:nvSpPr>
            <p:spPr>
              <a:xfrm>
                <a:off x="4809250" y="2869859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Rev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40" name="Google Shape;240;p16"/>
              <p:cNvSpPr txBox="1"/>
              <p:nvPr/>
            </p:nvSpPr>
            <p:spPr>
              <a:xfrm>
                <a:off x="4809288" y="3938472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In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  <p:sp>
            <p:nvSpPr>
              <p:cNvPr id="241" name="Google Shape;241;p16"/>
              <p:cNvSpPr txBox="1"/>
              <p:nvPr/>
            </p:nvSpPr>
            <p:spPr>
              <a:xfrm>
                <a:off x="4809275" y="4499097"/>
                <a:ext cx="668100" cy="2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45700" spcFirstLastPara="1" rIns="457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2800">
                    <a:solidFill>
                      <a:schemeClr val="lt1"/>
                    </a:solidFill>
                    <a:latin typeface="Bebas Neue"/>
                    <a:ea typeface="Bebas Neue"/>
                    <a:cs typeface="Bebas Neue"/>
                    <a:sym typeface="Bebas Neue"/>
                  </a:rPr>
                  <a:t>Out</a:t>
                </a:r>
                <a:endParaRPr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endParaRPr>
              </a:p>
            </p:txBody>
          </p:sp>
        </p:grpSp>
      </p:grpSp>
      <p:pic>
        <p:nvPicPr>
          <p:cNvPr id="242" name="Google Shape;2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731112" y="590638"/>
            <a:ext cx="357875" cy="4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731112" y="1180363"/>
            <a:ext cx="357875" cy="41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6"/>
          <p:cNvGrpSpPr/>
          <p:nvPr/>
        </p:nvGrpSpPr>
        <p:grpSpPr>
          <a:xfrm>
            <a:off x="3575988" y="2306234"/>
            <a:ext cx="668113" cy="811125"/>
            <a:chOff x="3588650" y="3940759"/>
            <a:chExt cx="668113" cy="811125"/>
          </a:xfrm>
        </p:grpSpPr>
        <p:sp>
          <p:nvSpPr>
            <p:cNvPr id="245" name="Google Shape;245;p16"/>
            <p:cNvSpPr txBox="1"/>
            <p:nvPr/>
          </p:nvSpPr>
          <p:spPr>
            <a:xfrm>
              <a:off x="3588663" y="3940759"/>
              <a:ext cx="6681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Elv</a:t>
              </a:r>
              <a:endParaRPr sz="27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246" name="Google Shape;246;p16"/>
            <p:cNvSpPr txBox="1"/>
            <p:nvPr/>
          </p:nvSpPr>
          <p:spPr>
            <a:xfrm>
              <a:off x="3588650" y="4501384"/>
              <a:ext cx="6681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800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Wri</a:t>
              </a:r>
              <a:endParaRPr sz="27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247" name="Google Shape;247;p16"/>
          <p:cNvSpPr txBox="1"/>
          <p:nvPr/>
        </p:nvSpPr>
        <p:spPr>
          <a:xfrm>
            <a:off x="5811503" y="197150"/>
            <a:ext cx="1100700" cy="25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Climber Cal</a:t>
            </a:r>
            <a:endParaRPr sz="20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76205" y="76200"/>
            <a:ext cx="200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With </a:t>
            </a: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climber</a:t>
            </a:r>
            <a:endParaRPr sz="24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Google Shape;253;p17"/>
          <p:cNvGraphicFramePr/>
          <p:nvPr/>
        </p:nvGraphicFramePr>
        <p:xfrm>
          <a:off x="195005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2BC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6B0E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2BC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6B0E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2BC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6B0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" name="Google Shape;254;p17"/>
          <p:cNvGraphicFramePr/>
          <p:nvPr/>
        </p:nvGraphicFramePr>
        <p:xfrm>
          <a:off x="353719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5" name="Google Shape;255;p17"/>
          <p:cNvGraphicFramePr/>
          <p:nvPr/>
        </p:nvGraphicFramePr>
        <p:xfrm>
          <a:off x="512433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6B0E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52BC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17"/>
          <p:cNvSpPr txBox="1"/>
          <p:nvPr/>
        </p:nvSpPr>
        <p:spPr>
          <a:xfrm>
            <a:off x="3174273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Automated Drive/Score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587131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Disabled</a:t>
            </a:r>
            <a:endParaRPr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Animated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4761415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Automated Drive/Score</a:t>
            </a:r>
            <a:endParaRPr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Progress</a:t>
            </a:r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259" name="Google Shape;259;p17"/>
          <p:cNvGraphicFramePr/>
          <p:nvPr/>
        </p:nvGraphicFramePr>
        <p:xfrm>
          <a:off x="671147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rgbClr val="00E000"/>
                        </a:highlight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000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17"/>
          <p:cNvSpPr txBox="1"/>
          <p:nvPr/>
        </p:nvSpPr>
        <p:spPr>
          <a:xfrm>
            <a:off x="6348556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Algae Mode</a:t>
            </a:r>
            <a:endParaRPr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Flashing While Intaking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61" name="Google Shape;261;p17"/>
          <p:cNvGraphicFramePr/>
          <p:nvPr/>
        </p:nvGraphicFramePr>
        <p:xfrm>
          <a:off x="829861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17"/>
          <p:cNvSpPr txBox="1"/>
          <p:nvPr/>
        </p:nvSpPr>
        <p:spPr>
          <a:xfrm>
            <a:off x="7935698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Coral Mode</a:t>
            </a:r>
            <a:endParaRPr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Flashing While Intaking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63" name="Google Shape;263;p17"/>
          <p:cNvGraphicFramePr/>
          <p:nvPr/>
        </p:nvGraphicFramePr>
        <p:xfrm>
          <a:off x="362913" y="28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{E97CE5DE-AE6F-46BF-883E-B26723951DE5}</a:tableStyleId>
              </a:tblPr>
              <a:tblGrid>
                <a:gridCol w="457075"/>
              </a:tblGrid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68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17"/>
          <p:cNvSpPr txBox="1"/>
          <p:nvPr/>
        </p:nvSpPr>
        <p:spPr>
          <a:xfrm>
            <a:off x="-10" y="4366475"/>
            <a:ext cx="11829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Match Timer</a:t>
            </a:r>
            <a:endParaRPr b="1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10-Second Countdown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